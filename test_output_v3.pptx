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FFFFFF"/>
                </a:solidFill>
                <a:latin typeface="Segoe UI"/>
              </a:defRPr>
            </a:pPr>
            <a:r>
              <a:t>BYTENEKO SAAS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2860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111827"/>
                </a:solidFill>
                <a:latin typeface="Segoe UI"/>
              </a:defRPr>
            </a:pPr>
            <a:r>
              <a:t>gran_dataset_10k_versión_final_corregida_enero_2024_analisis_completo.csv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457200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  <a:latin typeface="Segoe UI"/>
              </a:defRPr>
            </a:pPr>
            <a:r>
              <a:t>Generado por: Juan Pérez (Admin)</a:t>
            </a:r>
            <a:br/>
            <a:r>
              <a:t>Fecha: 2026-01-15</a:t>
            </a:r>
            <a:br/>
            <a:r>
              <a:t>Período: 2024-01-01 - 2024-03-30</a:t>
            </a:r>
          </a:p>
        </p:txBody>
      </p:sp>
      <p:sp>
        <p:nvSpPr>
          <p:cNvPr id="6" name="Oval 5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Segoe UI"/>
              </a:defRPr>
            </a:pPr>
            <a:r>
              <a:t>Resumen Ejecutivo</a:t>
            </a:r>
          </a:p>
          <a:p>
            <a:pPr>
              <a:defRPr sz="1400">
                <a:solidFill>
                  <a:srgbClr val="6B7280"/>
                </a:solidFill>
                <a:latin typeface="Segoe UI"/>
              </a:defRPr>
            </a:pPr>
            <a:r>
              <a:t>Principales métricas y hallazgos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" y="1682496"/>
            <a:ext cx="3200400" cy="1828800"/>
          </a:xfrm>
          <a:prstGeom prst="roundRect">
            <a:avLst/>
          </a:prstGeom>
          <a:solidFill>
            <a:srgbClr val="DC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0040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B7280"/>
                </a:solidFill>
                <a:latin typeface="Segoe UI"/>
              </a:defRPr>
            </a:pPr>
            <a:r>
              <a:t>TOTAL RESPUESTAS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509E"/>
                </a:solidFill>
                <a:latin typeface="Segoe UI"/>
              </a:defRPr>
            </a:pPr>
            <a:r>
              <a:t>120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1682496"/>
            <a:ext cx="3200400" cy="1828800"/>
          </a:xfrm>
          <a:prstGeom prst="roundRect">
            <a:avLst/>
          </a:prstGeom>
          <a:solidFill>
            <a:srgbClr val="DC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97680" y="1645920"/>
            <a:ext cx="320040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82880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B7280"/>
                </a:solidFill>
                <a:latin typeface="Segoe UI"/>
              </a:defRPr>
            </a:pPr>
            <a:r>
              <a:t>SCORE GENERAL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0574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509E"/>
                </a:solidFill>
                <a:latin typeface="Segoe UI"/>
              </a:defRPr>
            </a:pPr>
            <a:r>
              <a:t>8.7/10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